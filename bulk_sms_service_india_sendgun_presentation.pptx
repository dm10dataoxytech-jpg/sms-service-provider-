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30"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07"/>
  </p:normalViewPr>
  <p:slideViewPr>
    <p:cSldViewPr snapToGrid="0" snapToObjects="1">
      <p:cViewPr varScale="1">
        <p:scale>
          <a:sx n="100" d="100"/>
          <a:sy n="100" d="100"/>
        </p:scale>
        <p:origin x="656"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871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3676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670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GB"/>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505384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5465759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476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3770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5915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9311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012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349670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35846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28680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34869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8294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1384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3/6/26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561650"/>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sendgun.in/products/bulk-sms-service-provid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sendgun.i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8300" y="2070100"/>
            <a:ext cx="7607300" cy="1752600"/>
          </a:xfrm>
        </p:spPr>
        <p:txBody>
          <a:bodyPr>
            <a:noAutofit/>
          </a:bodyPr>
          <a:lstStyle/>
          <a:p>
            <a:r>
              <a:rPr sz="4800" b="1" dirty="0">
                <a:solidFill>
                  <a:schemeClr val="tx1"/>
                </a:solidFill>
              </a:rPr>
              <a:t>Bulk SMS Service in India</a:t>
            </a:r>
            <a:r>
              <a:rPr lang="en-US" sz="4800" b="1" dirty="0">
                <a:solidFill>
                  <a:schemeClr val="tx1"/>
                </a:solidFill>
              </a:rPr>
              <a:t>:</a:t>
            </a:r>
            <a:endParaRPr sz="4800" b="1" dirty="0">
              <a:solidFill>
                <a:schemeClr val="tx1"/>
              </a:solidFill>
            </a:endParaRPr>
          </a:p>
          <a:p>
            <a:pPr algn="l"/>
            <a:r>
              <a:rPr sz="4400" b="1" dirty="0">
                <a:solidFill>
                  <a:schemeClr val="tx1"/>
                </a:solidFill>
              </a:rPr>
              <a:t>A Smart Communication</a:t>
            </a:r>
            <a:r>
              <a:rPr lang="en-US" sz="4400" b="1" dirty="0">
                <a:solidFill>
                  <a:schemeClr val="tx1"/>
                </a:solidFill>
              </a:rPr>
              <a:t> </a:t>
            </a:r>
            <a:r>
              <a:rPr sz="4400" b="1" dirty="0">
                <a:solidFill>
                  <a:schemeClr val="tx1"/>
                </a:solidFill>
              </a:rPr>
              <a:t>Tool from a Trusted SMS Service Provider</a:t>
            </a:r>
          </a:p>
          <a:p>
            <a:endParaRPr sz="4800" b="1" dirty="0">
              <a:solidFill>
                <a:schemeClr val="tx1"/>
              </a:solidFill>
            </a:endParaRPr>
          </a:p>
        </p:txBody>
      </p:sp>
      <p:pic>
        <p:nvPicPr>
          <p:cNvPr id="5" name="Picture 4">
            <a:extLst>
              <a:ext uri="{FF2B5EF4-FFF2-40B4-BE49-F238E27FC236}">
                <a16:creationId xmlns:a16="http://schemas.microsoft.com/office/drawing/2014/main" id="{20887C18-EF45-019E-834C-0E8961301AF2}"/>
              </a:ext>
            </a:extLst>
          </p:cNvPr>
          <p:cNvPicPr>
            <a:picLocks noChangeAspect="1"/>
          </p:cNvPicPr>
          <p:nvPr/>
        </p:nvPicPr>
        <p:blipFill>
          <a:blip r:embed="rId2"/>
          <a:stretch>
            <a:fillRect/>
          </a:stretch>
        </p:blipFill>
        <p:spPr>
          <a:xfrm>
            <a:off x="3276600" y="-127000"/>
            <a:ext cx="1993900" cy="1993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1570038"/>
            <a:ext cx="7505700" cy="1143000"/>
          </a:xfrm>
        </p:spPr>
        <p:txBody>
          <a:bodyPr>
            <a:normAutofit fontScale="90000"/>
          </a:bodyPr>
          <a:lstStyle/>
          <a:p>
            <a:r>
              <a:rPr sz="3600" b="1" dirty="0"/>
              <a:t>Introduction to Bulk SMS Service in India</a:t>
            </a:r>
            <a:r>
              <a:rPr lang="en-US" sz="3600" b="1" dirty="0"/>
              <a:t>:</a:t>
            </a:r>
            <a:endParaRPr sz="3600" b="1" dirty="0"/>
          </a:p>
        </p:txBody>
      </p:sp>
      <p:sp>
        <p:nvSpPr>
          <p:cNvPr id="3" name="Content Placeholder 2"/>
          <p:cNvSpPr>
            <a:spLocks noGrp="1"/>
          </p:cNvSpPr>
          <p:nvPr>
            <p:ph idx="1"/>
          </p:nvPr>
        </p:nvSpPr>
        <p:spPr>
          <a:xfrm>
            <a:off x="95250" y="2840037"/>
            <a:ext cx="8229600" cy="4525963"/>
          </a:xfrm>
        </p:spPr>
        <p:txBody>
          <a:bodyPr>
            <a:normAutofit/>
          </a:bodyPr>
          <a:lstStyle/>
          <a:p>
            <a:r>
              <a:rPr sz="2800" dirty="0"/>
              <a:t>Bulk SMS service in India has become one of the most reliable and effective communication tools for businesses. It allows companies to send thousands of messages instantly to customers, clients, and leads. Unlike email marketing, SMS messages have extremely high open rates and are usually read within minutes of delivery. </a:t>
            </a:r>
          </a:p>
        </p:txBody>
      </p:sp>
      <p:pic>
        <p:nvPicPr>
          <p:cNvPr id="7" name="Picture 6">
            <a:extLst>
              <a:ext uri="{FF2B5EF4-FFF2-40B4-BE49-F238E27FC236}">
                <a16:creationId xmlns:a16="http://schemas.microsoft.com/office/drawing/2014/main" id="{9DF392BD-8404-D810-3CEA-3591C16FCA61}"/>
              </a:ext>
            </a:extLst>
          </p:cNvPr>
          <p:cNvPicPr>
            <a:picLocks noChangeAspect="1"/>
          </p:cNvPicPr>
          <p:nvPr/>
        </p:nvPicPr>
        <p:blipFill>
          <a:blip r:embed="rId2"/>
          <a:stretch>
            <a:fillRect/>
          </a:stretch>
        </p:blipFill>
        <p:spPr>
          <a:xfrm>
            <a:off x="-101600" y="-165101"/>
            <a:ext cx="1455739" cy="14557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290638"/>
            <a:ext cx="7264400" cy="1143000"/>
          </a:xfrm>
        </p:spPr>
        <p:txBody>
          <a:bodyPr>
            <a:noAutofit/>
          </a:bodyPr>
          <a:lstStyle/>
          <a:p>
            <a:r>
              <a:rPr sz="3600" b="1" dirty="0"/>
              <a:t>Why Businesses Need a Reliable SMS Service Provider</a:t>
            </a:r>
            <a:r>
              <a:rPr lang="en-US" sz="3600" b="1" dirty="0"/>
              <a:t>?</a:t>
            </a:r>
            <a:endParaRPr sz="3600" b="1" dirty="0"/>
          </a:p>
        </p:txBody>
      </p:sp>
      <p:sp>
        <p:nvSpPr>
          <p:cNvPr id="3" name="Content Placeholder 2"/>
          <p:cNvSpPr>
            <a:spLocks noGrp="1"/>
          </p:cNvSpPr>
          <p:nvPr>
            <p:ph idx="1"/>
          </p:nvPr>
        </p:nvSpPr>
        <p:spPr>
          <a:xfrm>
            <a:off x="228600" y="2598737"/>
            <a:ext cx="8229600" cy="4525963"/>
          </a:xfrm>
        </p:spPr>
        <p:txBody>
          <a:bodyPr>
            <a:normAutofit/>
          </a:bodyPr>
          <a:lstStyle/>
          <a:p>
            <a:r>
              <a:rPr sz="2800" dirty="0"/>
              <a:t>Choosing a reliable </a:t>
            </a:r>
            <a:r>
              <a:rPr sz="2800" dirty="0">
                <a:hlinkClick r:id="rId2"/>
              </a:rPr>
              <a:t>SMS service provider</a:t>
            </a:r>
            <a:r>
              <a:rPr sz="2800" dirty="0"/>
              <a:t> is very important for businesses that rely on instant communication with customers.</a:t>
            </a:r>
            <a:endParaRPr lang="en-US" sz="2800" dirty="0"/>
          </a:p>
          <a:p>
            <a:r>
              <a:rPr sz="2800" dirty="0"/>
              <a:t> A trusted provider ensures high message delivery rates, secure messaging, fast API integration, and user‑friendly platforms.</a:t>
            </a:r>
            <a:endParaRPr lang="en-US" sz="2800" dirty="0"/>
          </a:p>
          <a:p>
            <a:r>
              <a:rPr sz="2800" dirty="0"/>
              <a:t> Businesses today require communication solutions that are scalable, affordable, and easy to manage. </a:t>
            </a:r>
          </a:p>
        </p:txBody>
      </p:sp>
      <p:pic>
        <p:nvPicPr>
          <p:cNvPr id="5" name="Picture 4">
            <a:extLst>
              <a:ext uri="{FF2B5EF4-FFF2-40B4-BE49-F238E27FC236}">
                <a16:creationId xmlns:a16="http://schemas.microsoft.com/office/drawing/2014/main" id="{E38A8CEC-A4A7-CC07-A472-530EABDEEC4B}"/>
              </a:ext>
            </a:extLst>
          </p:cNvPr>
          <p:cNvPicPr>
            <a:picLocks noChangeAspect="1"/>
          </p:cNvPicPr>
          <p:nvPr/>
        </p:nvPicPr>
        <p:blipFill>
          <a:blip r:embed="rId3"/>
          <a:stretch>
            <a:fillRect/>
          </a:stretch>
        </p:blipFill>
        <p:spPr>
          <a:xfrm>
            <a:off x="-101600" y="-165101"/>
            <a:ext cx="1455739" cy="14557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400" y="1189037"/>
            <a:ext cx="8229600" cy="1143000"/>
          </a:xfrm>
        </p:spPr>
        <p:txBody>
          <a:bodyPr>
            <a:noAutofit/>
          </a:bodyPr>
          <a:lstStyle/>
          <a:p>
            <a:r>
              <a:rPr sz="3600" b="1" dirty="0"/>
              <a:t>Key Benefits of Bulk SMS Service for Businesses</a:t>
            </a:r>
            <a:r>
              <a:rPr lang="en-US" sz="3600" b="1" dirty="0"/>
              <a:t>:</a:t>
            </a:r>
            <a:endParaRPr sz="3600" b="1" dirty="0"/>
          </a:p>
        </p:txBody>
      </p:sp>
      <p:sp>
        <p:nvSpPr>
          <p:cNvPr id="3" name="Content Placeholder 2"/>
          <p:cNvSpPr>
            <a:spLocks noGrp="1"/>
          </p:cNvSpPr>
          <p:nvPr>
            <p:ph idx="1"/>
          </p:nvPr>
        </p:nvSpPr>
        <p:spPr>
          <a:xfrm>
            <a:off x="279400" y="2339974"/>
            <a:ext cx="8229600" cy="4525963"/>
          </a:xfrm>
        </p:spPr>
        <p:txBody>
          <a:bodyPr>
            <a:normAutofit/>
          </a:bodyPr>
          <a:lstStyle/>
          <a:p>
            <a:r>
              <a:rPr sz="2800" dirty="0"/>
              <a:t>Bulk SMS services offer several advantages that make them a preferred communication channel for businesses.</a:t>
            </a:r>
            <a:endParaRPr lang="en-US" sz="2800" dirty="0"/>
          </a:p>
          <a:p>
            <a:r>
              <a:rPr sz="2800" dirty="0"/>
              <a:t> First, SMS has a very high open rate compared to other marketing methods. </a:t>
            </a:r>
            <a:endParaRPr lang="en-US" sz="2800" dirty="0"/>
          </a:p>
          <a:p>
            <a:r>
              <a:rPr sz="2800" dirty="0"/>
              <a:t>Second, it delivers messages instantly, allowing businesses to share time‑sensitive updates. </a:t>
            </a:r>
            <a:endParaRPr lang="en-US" sz="2800" dirty="0"/>
          </a:p>
          <a:p>
            <a:r>
              <a:rPr sz="2800" dirty="0"/>
              <a:t>Third, it is cost‑effective, making it suitable for both small and large organizations. </a:t>
            </a:r>
          </a:p>
        </p:txBody>
      </p:sp>
      <p:pic>
        <p:nvPicPr>
          <p:cNvPr id="6" name="Picture 5">
            <a:extLst>
              <a:ext uri="{FF2B5EF4-FFF2-40B4-BE49-F238E27FC236}">
                <a16:creationId xmlns:a16="http://schemas.microsoft.com/office/drawing/2014/main" id="{47962336-31AB-E55F-99C2-B11FE35F46E5}"/>
              </a:ext>
            </a:extLst>
          </p:cNvPr>
          <p:cNvPicPr>
            <a:picLocks noChangeAspect="1"/>
          </p:cNvPicPr>
          <p:nvPr/>
        </p:nvPicPr>
        <p:blipFill>
          <a:blip r:embed="rId2"/>
          <a:stretch>
            <a:fillRect/>
          </a:stretch>
        </p:blipFill>
        <p:spPr>
          <a:xfrm>
            <a:off x="-101600" y="-127001"/>
            <a:ext cx="1455739" cy="14557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1328737"/>
            <a:ext cx="8229600" cy="1143000"/>
          </a:xfrm>
        </p:spPr>
        <p:txBody>
          <a:bodyPr>
            <a:normAutofit fontScale="90000"/>
          </a:bodyPr>
          <a:lstStyle/>
          <a:p>
            <a:r>
              <a:rPr sz="3600" b="1" dirty="0"/>
              <a:t>Use Cases of Bulk SMS Service in India</a:t>
            </a:r>
            <a:r>
              <a:rPr lang="en-US" sz="3600" b="1" dirty="0"/>
              <a:t>:</a:t>
            </a:r>
            <a:endParaRPr sz="3600" b="1" dirty="0"/>
          </a:p>
        </p:txBody>
      </p:sp>
      <p:sp>
        <p:nvSpPr>
          <p:cNvPr id="3" name="Content Placeholder 2"/>
          <p:cNvSpPr>
            <a:spLocks noGrp="1"/>
          </p:cNvSpPr>
          <p:nvPr>
            <p:ph idx="1"/>
          </p:nvPr>
        </p:nvSpPr>
        <p:spPr>
          <a:xfrm>
            <a:off x="139700" y="2332037"/>
            <a:ext cx="8229600" cy="4525963"/>
          </a:xfrm>
        </p:spPr>
        <p:txBody>
          <a:bodyPr>
            <a:normAutofit lnSpcReduction="10000"/>
          </a:bodyPr>
          <a:lstStyle/>
          <a:p>
            <a:r>
              <a:rPr sz="2800" dirty="0"/>
              <a:t>Bulk SMS service in India is widely used across many industries. </a:t>
            </a:r>
            <a:endParaRPr lang="en-US" sz="2800" dirty="0"/>
          </a:p>
          <a:p>
            <a:r>
              <a:rPr sz="2800" dirty="0"/>
              <a:t>Retail businesses use SMS to send promotional offers, discount alerts, and festive campaign messages. Banks and financial institutions send OTPs, transaction alerts, and security notifications. </a:t>
            </a:r>
            <a:endParaRPr lang="en-US" sz="2800" dirty="0"/>
          </a:p>
          <a:p>
            <a:r>
              <a:rPr sz="2800" dirty="0"/>
              <a:t>Educational institutions use SMS to communicate important announcements, exam schedules, and admission updates. </a:t>
            </a:r>
          </a:p>
        </p:txBody>
      </p:sp>
      <p:pic>
        <p:nvPicPr>
          <p:cNvPr id="6" name="Picture 5">
            <a:extLst>
              <a:ext uri="{FF2B5EF4-FFF2-40B4-BE49-F238E27FC236}">
                <a16:creationId xmlns:a16="http://schemas.microsoft.com/office/drawing/2014/main" id="{27C016C0-4104-AECA-48E6-AB151AA5CE49}"/>
              </a:ext>
            </a:extLst>
          </p:cNvPr>
          <p:cNvPicPr>
            <a:picLocks noChangeAspect="1"/>
          </p:cNvPicPr>
          <p:nvPr/>
        </p:nvPicPr>
        <p:blipFill>
          <a:blip r:embed="rId2"/>
          <a:stretch>
            <a:fillRect/>
          </a:stretch>
        </p:blipFill>
        <p:spPr>
          <a:xfrm>
            <a:off x="-101600" y="-165101"/>
            <a:ext cx="1455739" cy="14557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8100" y="1388269"/>
            <a:ext cx="8229600" cy="1143000"/>
          </a:xfrm>
        </p:spPr>
        <p:txBody>
          <a:bodyPr>
            <a:noAutofit/>
          </a:bodyPr>
          <a:lstStyle/>
          <a:p>
            <a:r>
              <a:rPr sz="3600" b="1" dirty="0"/>
              <a:t>Why Choose </a:t>
            </a:r>
            <a:r>
              <a:rPr sz="3600" b="1" dirty="0" err="1"/>
              <a:t>Sendgun</a:t>
            </a:r>
            <a:r>
              <a:rPr sz="3600" b="1" dirty="0"/>
              <a:t> </a:t>
            </a:r>
            <a:r>
              <a:rPr lang="en-US" sz="3600" b="1" dirty="0"/>
              <a:t>?</a:t>
            </a:r>
            <a:endParaRPr sz="3600" b="1" dirty="0"/>
          </a:p>
        </p:txBody>
      </p:sp>
      <p:sp>
        <p:nvSpPr>
          <p:cNvPr id="3" name="Content Placeholder 2"/>
          <p:cNvSpPr>
            <a:spLocks noGrp="1"/>
          </p:cNvSpPr>
          <p:nvPr>
            <p:ph idx="1"/>
          </p:nvPr>
        </p:nvSpPr>
        <p:spPr>
          <a:xfrm>
            <a:off x="190500" y="2179638"/>
            <a:ext cx="8229600" cy="4525963"/>
          </a:xfrm>
        </p:spPr>
        <p:txBody>
          <a:bodyPr>
            <a:normAutofit/>
          </a:bodyPr>
          <a:lstStyle/>
          <a:p>
            <a:r>
              <a:rPr sz="2800" dirty="0" err="1">
                <a:hlinkClick r:id="rId2"/>
              </a:rPr>
              <a:t>Sendgun</a:t>
            </a:r>
            <a:r>
              <a:rPr sz="2800" dirty="0"/>
              <a:t> is a trusted bulk SMS service provider in India that helps businesses communicate with their customers efficiently. </a:t>
            </a:r>
            <a:endParaRPr lang="en-US" sz="2800" dirty="0"/>
          </a:p>
          <a:p>
            <a:r>
              <a:rPr sz="2800" dirty="0"/>
              <a:t>The platform offers fast message delivery, reliable infrastructure, and an easy‑to‑use interface for managing SMS campaigns. </a:t>
            </a:r>
            <a:endParaRPr lang="en-US" sz="2800" dirty="0"/>
          </a:p>
          <a:p>
            <a:r>
              <a:rPr sz="2800" dirty="0"/>
              <a:t>Businesses can send promotional messages, transactional SMS, OTP alerts, and customer notifications through a single dashboard. </a:t>
            </a:r>
          </a:p>
        </p:txBody>
      </p:sp>
      <p:pic>
        <p:nvPicPr>
          <p:cNvPr id="6" name="Picture 5">
            <a:extLst>
              <a:ext uri="{FF2B5EF4-FFF2-40B4-BE49-F238E27FC236}">
                <a16:creationId xmlns:a16="http://schemas.microsoft.com/office/drawing/2014/main" id="{D1658623-DCB3-9337-06E1-253339500730}"/>
              </a:ext>
            </a:extLst>
          </p:cNvPr>
          <p:cNvPicPr>
            <a:picLocks noChangeAspect="1"/>
          </p:cNvPicPr>
          <p:nvPr/>
        </p:nvPicPr>
        <p:blipFill>
          <a:blip r:embed="rId3"/>
          <a:stretch>
            <a:fillRect/>
          </a:stretch>
        </p:blipFill>
        <p:spPr>
          <a:xfrm>
            <a:off x="-101600" y="-165101"/>
            <a:ext cx="1455739" cy="14557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0" y="1519237"/>
            <a:ext cx="8229600" cy="1143000"/>
          </a:xfrm>
        </p:spPr>
        <p:txBody>
          <a:bodyPr>
            <a:normAutofit/>
          </a:bodyPr>
          <a:lstStyle/>
          <a:p>
            <a:r>
              <a:rPr sz="4800" b="1" dirty="0"/>
              <a:t>Contact </a:t>
            </a:r>
            <a:r>
              <a:rPr sz="4800" b="1" dirty="0" err="1"/>
              <a:t>Sendgun</a:t>
            </a:r>
            <a:r>
              <a:rPr lang="en-US" sz="4800" b="1" dirty="0"/>
              <a:t>:</a:t>
            </a:r>
            <a:endParaRPr sz="4800" b="1" dirty="0"/>
          </a:p>
        </p:txBody>
      </p:sp>
      <p:sp>
        <p:nvSpPr>
          <p:cNvPr id="3" name="Content Placeholder 2"/>
          <p:cNvSpPr>
            <a:spLocks noGrp="1"/>
          </p:cNvSpPr>
          <p:nvPr>
            <p:ph idx="1"/>
          </p:nvPr>
        </p:nvSpPr>
        <p:spPr>
          <a:xfrm>
            <a:off x="1016000" y="2090737"/>
            <a:ext cx="8229600" cy="4525963"/>
          </a:xfrm>
        </p:spPr>
        <p:txBody>
          <a:bodyPr>
            <a:normAutofit/>
          </a:bodyPr>
          <a:lstStyle/>
          <a:p>
            <a:pPr marL="0" indent="0">
              <a:buNone/>
            </a:pPr>
            <a:endParaRPr sz="4000" dirty="0"/>
          </a:p>
          <a:p>
            <a:r>
              <a:rPr sz="4000" dirty="0"/>
              <a:t>Contact </a:t>
            </a:r>
            <a:r>
              <a:rPr sz="4000" dirty="0" err="1"/>
              <a:t>Sendgun</a:t>
            </a:r>
            <a:r>
              <a:rPr sz="4000" dirty="0"/>
              <a:t>:</a:t>
            </a:r>
          </a:p>
          <a:p>
            <a:r>
              <a:rPr sz="4000" dirty="0"/>
              <a:t>Phone: 18008898103</a:t>
            </a:r>
          </a:p>
          <a:p>
            <a:r>
              <a:rPr sz="4000" dirty="0"/>
              <a:t>Email: </a:t>
            </a:r>
            <a:r>
              <a:rPr sz="4000" dirty="0" err="1"/>
              <a:t>sales@sendgun.in</a:t>
            </a:r>
            <a:endParaRPr sz="4000" dirty="0"/>
          </a:p>
        </p:txBody>
      </p:sp>
      <p:pic>
        <p:nvPicPr>
          <p:cNvPr id="4" name="Picture 3">
            <a:extLst>
              <a:ext uri="{FF2B5EF4-FFF2-40B4-BE49-F238E27FC236}">
                <a16:creationId xmlns:a16="http://schemas.microsoft.com/office/drawing/2014/main" id="{212FF253-FD4C-2461-9FD9-277D6304E4F2}"/>
              </a:ext>
            </a:extLst>
          </p:cNvPr>
          <p:cNvPicPr>
            <a:picLocks noChangeAspect="1"/>
          </p:cNvPicPr>
          <p:nvPr/>
        </p:nvPicPr>
        <p:blipFill>
          <a:blip r:embed="rId2"/>
          <a:stretch>
            <a:fillRect/>
          </a:stretch>
        </p:blipFill>
        <p:spPr>
          <a:xfrm>
            <a:off x="-88900" y="-330200"/>
            <a:ext cx="1993900" cy="1993900"/>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{1E21D62D-9F93-D649-8D71-0493FA266D94}tf10001060</Template>
  <TotalTime>18</TotalTime>
  <Words>373</Words>
  <Application>Microsoft Macintosh PowerPoint</Application>
  <PresentationFormat>On-screen Show (4:3)</PresentationFormat>
  <Paragraphs>26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PowerPoint Presentation</vt:lpstr>
      <vt:lpstr>Introduction to Bulk SMS Service in India:</vt:lpstr>
      <vt:lpstr>Why Businesses Need a Reliable SMS Service Provider?</vt:lpstr>
      <vt:lpstr>Key Benefits of Bulk SMS Service for Businesses:</vt:lpstr>
      <vt:lpstr>Use Cases of Bulk SMS Service in India:</vt:lpstr>
      <vt:lpstr>Why Choose Sendgun ?</vt:lpstr>
      <vt:lpstr>Contact Sendgun: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Microsoft Office User</cp:lastModifiedBy>
  <cp:revision>2</cp:revision>
  <dcterms:created xsi:type="dcterms:W3CDTF">2013-01-27T09:14:16Z</dcterms:created>
  <dcterms:modified xsi:type="dcterms:W3CDTF">2026-03-06T05:00:23Z</dcterms:modified>
  <cp:category/>
</cp:coreProperties>
</file>